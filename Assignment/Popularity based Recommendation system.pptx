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4" r:id="rId3"/>
    <p:sldId id="26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2B"/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4412" y="-16761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1691680" y="850234"/>
            <a:ext cx="63367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5"/>
                </a:solidFill>
              </a:rPr>
              <a:t>Popularity based Recommendation System</a:t>
            </a:r>
            <a:endParaRPr lang="en-IN" sz="2000" b="1" u="sng" dirty="0">
              <a:solidFill>
                <a:schemeClr val="accent5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35329" y="1435339"/>
            <a:ext cx="7498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smtClean="0">
                <a:solidFill>
                  <a:schemeClr val="accent5"/>
                </a:solidFill>
              </a:rPr>
              <a:t>Top 5 </a:t>
            </a:r>
            <a:r>
              <a:rPr lang="en-US" sz="2000" b="1" u="sng" dirty="0" smtClean="0">
                <a:solidFill>
                  <a:schemeClr val="accent5"/>
                </a:solidFill>
              </a:rPr>
              <a:t>Movies </a:t>
            </a:r>
            <a:endParaRPr lang="en-IN" sz="2000" b="1" u="sng" dirty="0">
              <a:solidFill>
                <a:schemeClr val="accent5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53" y="2088434"/>
            <a:ext cx="7623599" cy="3647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99792" y="0"/>
            <a:ext cx="4464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chemeClr val="accent5"/>
                </a:solidFill>
              </a:rPr>
              <a:t>Top 5 </a:t>
            </a:r>
            <a:r>
              <a:rPr lang="en-US" b="1" u="sng" dirty="0" smtClean="0">
                <a:solidFill>
                  <a:schemeClr val="accent5"/>
                </a:solidFill>
              </a:rPr>
              <a:t>movies</a:t>
            </a:r>
            <a:r>
              <a:rPr lang="en-US" b="1" u="sng" dirty="0" smtClean="0">
                <a:solidFill>
                  <a:schemeClr val="accent5"/>
                </a:solidFill>
              </a:rPr>
              <a:t>, by Genre: </a:t>
            </a:r>
            <a:endParaRPr lang="en-IN" b="1" u="sng" dirty="0">
              <a:solidFill>
                <a:schemeClr val="accent5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21452"/>
            <a:ext cx="7841941" cy="4119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298" y="418689"/>
            <a:ext cx="6240463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112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7765606" cy="4759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904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2457</TotalTime>
  <Words>18</Words>
  <Application>Microsoft Office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Essential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52</cp:revision>
  <dcterms:created xsi:type="dcterms:W3CDTF">2026-01-12T09:38:17Z</dcterms:created>
  <dcterms:modified xsi:type="dcterms:W3CDTF">2026-04-10T11:40:33Z</dcterms:modified>
</cp:coreProperties>
</file>