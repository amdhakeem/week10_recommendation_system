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4" r:id="rId3"/>
    <p:sldId id="267" r:id="rId4"/>
    <p:sldId id="266" r:id="rId5"/>
    <p:sldId id="265" r:id="rId6"/>
    <p:sldId id="268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02B"/>
    <a:srgbClr val="9A0A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68" autoAdjust="0"/>
    <p:restoredTop sz="94660"/>
  </p:normalViewPr>
  <p:slideViewPr>
    <p:cSldViewPr>
      <p:cViewPr varScale="1">
        <p:scale>
          <a:sx n="87" d="100"/>
          <a:sy n="87" d="100"/>
        </p:scale>
        <p:origin x="-1146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28600"/>
            <a:ext cx="7772400" cy="4571999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8800" spc="-80" baseline="0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800600"/>
            <a:ext cx="6858000" cy="914400"/>
          </a:xfrm>
        </p:spPr>
        <p:txBody>
          <a:bodyPr/>
          <a:lstStyle>
            <a:lvl1pPr marL="0" indent="0" algn="l">
              <a:buNone/>
              <a:defRPr b="0" cap="all" spc="12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9001124" y="4846320"/>
            <a:ext cx="142876" cy="20116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001124" y="0"/>
            <a:ext cx="142876" cy="48463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47800"/>
            <a:ext cx="7772400" cy="4321175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8800" b="0" cap="all" spc="-80" baseline="0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28601"/>
            <a:ext cx="7772400" cy="1066800"/>
          </a:xfrm>
        </p:spPr>
        <p:txBody>
          <a:bodyPr anchor="b"/>
          <a:lstStyle>
            <a:lvl1pPr marL="0" indent="0">
              <a:buNone/>
              <a:defRPr sz="2000" b="0" cap="all" spc="12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0680" y="1574800"/>
            <a:ext cx="329184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0160" y="1574800"/>
            <a:ext cx="329184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7632" y="1572768"/>
            <a:ext cx="3291840" cy="639762"/>
          </a:xfrm>
        </p:spPr>
        <p:txBody>
          <a:bodyPr anchor="b">
            <a:noAutofit/>
          </a:bodyPr>
          <a:lstStyle>
            <a:lvl1pPr marL="0" indent="0">
              <a:buNone/>
              <a:defRPr sz="1800" b="0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7632" y="2259366"/>
            <a:ext cx="3291840" cy="384048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3208" y="1572768"/>
            <a:ext cx="3291840" cy="639762"/>
          </a:xfrm>
        </p:spPr>
        <p:txBody>
          <a:bodyPr anchor="b">
            <a:noAutofit/>
          </a:bodyPr>
          <a:lstStyle>
            <a:lvl1pPr marL="0" indent="0">
              <a:buNone/>
              <a:defRPr lang="en-US" sz="1800" b="0" kern="1200" cap="all" spc="100" baseline="0" dirty="0" smtClean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3208" y="2259366"/>
            <a:ext cx="3291840" cy="384048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600200"/>
            <a:ext cx="5111750" cy="44805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00200"/>
            <a:ext cx="3008313" cy="44805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9001124" y="4846320"/>
            <a:ext cx="142876" cy="20116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" y="0"/>
            <a:ext cx="9000877" cy="4846320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5715000"/>
            <a:ext cx="8153400" cy="45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457200" y="4953000"/>
            <a:ext cx="8153400" cy="7620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9001124" y="0"/>
            <a:ext cx="142876" cy="48463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718"/>
            <a:ext cx="5791200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52600"/>
            <a:ext cx="7620000" cy="4373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172201"/>
            <a:ext cx="3429000" cy="304800"/>
          </a:xfrm>
          <a:prstGeom prst="rect">
            <a:avLst/>
          </a:prstGeom>
        </p:spPr>
        <p:txBody>
          <a:bodyPr vert="horz" lIns="91440" tIns="45720" rIns="9144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C1EB760D-0AB4-4A1A-A23C-BF7CE48BC064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6492875"/>
            <a:ext cx="3429000" cy="28384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 rot="16200000">
            <a:off x="8227377" y="5885497"/>
            <a:ext cx="13157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fld id="{E2B940CA-B78B-45A1-B070-2A7C5D2280FC}" type="slidenum">
              <a:rPr lang="en-IN" smtClean="0"/>
              <a:t>‹#›</a:t>
            </a:fld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9001124" y="0"/>
            <a:ext cx="142876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001124" y="1371600"/>
            <a:ext cx="142876" cy="5486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3600" kern="1200" cap="all" spc="-6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spcAft>
          <a:spcPts val="600"/>
        </a:spcAft>
        <a:buFont typeface="Arial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4412" y="-167611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IN" sz="2400" dirty="0"/>
          </a:p>
          <a:p>
            <a:r>
              <a:rPr lang="en-IN" sz="2400" dirty="0"/>
              <a:t> </a:t>
            </a:r>
            <a:r>
              <a:rPr lang="en-IN" sz="2400" b="1" dirty="0"/>
              <a:t>Hope Artificial Intelligence </a:t>
            </a:r>
            <a:endParaRPr lang="en-IN" sz="2400" dirty="0"/>
          </a:p>
        </p:txBody>
      </p:sp>
      <p:sp>
        <p:nvSpPr>
          <p:cNvPr id="6" name="Rectangle 5"/>
          <p:cNvSpPr/>
          <p:nvPr/>
        </p:nvSpPr>
        <p:spPr>
          <a:xfrm>
            <a:off x="1691680" y="670955"/>
            <a:ext cx="63367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smtClean="0">
                <a:solidFill>
                  <a:schemeClr val="accent5"/>
                </a:solidFill>
              </a:rPr>
              <a:t>Popularity based Recommendation System</a:t>
            </a:r>
            <a:endParaRPr lang="en-IN" sz="2000" b="1" u="sng" dirty="0">
              <a:solidFill>
                <a:schemeClr val="accent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18859" y="3789040"/>
            <a:ext cx="827510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1, The Transformers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: The 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Movie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 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(1986)</a:t>
            </a:r>
          </a:p>
          <a:p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2, A Kid 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in King Arthur's 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Court (1995)</a:t>
            </a:r>
          </a:p>
          <a:p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3, The Empire 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Strikes 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Back (1980)</a:t>
            </a:r>
          </a:p>
          <a:p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4, Space 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Jam (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1996)</a:t>
            </a:r>
          </a:p>
          <a:p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5, From </a:t>
            </a:r>
            <a:r>
              <a:rPr lang="en-US" sz="1600" b="1" dirty="0">
                <a:latin typeface="Calibri" pitchFamily="34" charset="0"/>
                <a:cs typeface="Calibri" pitchFamily="34" charset="0"/>
              </a:rPr>
              <a:t>Dusk Till Dawn (1996</a:t>
            </a:r>
            <a:r>
              <a:rPr lang="en-US" sz="1600" b="1" dirty="0" smtClean="0">
                <a:latin typeface="Calibri" pitchFamily="34" charset="0"/>
                <a:cs typeface="Calibri" pitchFamily="34" charset="0"/>
              </a:rPr>
              <a:t>)</a:t>
            </a:r>
            <a:endParaRPr lang="en-US" sz="16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03848" y="1250344"/>
            <a:ext cx="749828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u="sng" dirty="0" smtClean="0">
                <a:solidFill>
                  <a:schemeClr val="accent5"/>
                </a:solidFill>
              </a:rPr>
              <a:t>Top 5 movies </a:t>
            </a:r>
            <a:endParaRPr lang="en-IN" sz="2000" b="1" u="sng" dirty="0">
              <a:solidFill>
                <a:schemeClr val="accent5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844824"/>
            <a:ext cx="7768696" cy="1584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2552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84044"/>
            <a:ext cx="5438775" cy="2257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28" y="2446065"/>
            <a:ext cx="7897813" cy="433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179512" y="1050289"/>
            <a:ext cx="749828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u="sng" dirty="0" smtClean="0">
                <a:solidFill>
                  <a:schemeClr val="accent5"/>
                </a:solidFill>
              </a:rPr>
              <a:t>Top 5 movies, by Genre: </a:t>
            </a:r>
            <a:endParaRPr lang="en-IN" sz="2000" b="1" u="sng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1123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3" y="1438275"/>
            <a:ext cx="7926387" cy="3981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79046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602" y="29614"/>
            <a:ext cx="6316663" cy="32403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3356992"/>
            <a:ext cx="4896544" cy="3384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54579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620688"/>
            <a:ext cx="4930948" cy="52669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46648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31" y="620688"/>
            <a:ext cx="7421563" cy="5878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91663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ssential">
  <a:themeElements>
    <a:clrScheme name="Essential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sential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250000"/>
              </a:schemeClr>
            </a:gs>
            <a:gs pos="35000">
              <a:schemeClr val="phClr">
                <a:tint val="47000"/>
                <a:satMod val="275000"/>
              </a:schemeClr>
            </a:gs>
            <a:gs pos="100000">
              <a:schemeClr val="phClr">
                <a:tint val="25000"/>
                <a:satMod val="300000"/>
              </a:schemeClr>
            </a:gs>
          </a:gsLst>
          <a:lin ang="16200000" scaled="1"/>
        </a:gradFill>
        <a:solidFill>
          <a:schemeClr val="phClr">
            <a:satMod val="110000"/>
          </a:schemeClr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412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9999" dist="23000" algn="bl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19050" algn="bl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l"/>
          </a:scene3d>
          <a:sp3d prstMaterial="plastic">
            <a:bevelT w="38100" h="31750"/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6000"/>
              </a:schemeClr>
              <a:schemeClr val="phClr">
                <a:shade val="94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84000"/>
                <a:satMod val="110000"/>
              </a:schemeClr>
            </a:gs>
            <a:gs pos="44000">
              <a:schemeClr val="phClr">
                <a:tint val="93000"/>
                <a:satMod val="115000"/>
              </a:schemeClr>
            </a:gs>
            <a:gs pos="100000">
              <a:schemeClr val="phClr">
                <a:tint val="100000"/>
                <a:shade val="59000"/>
                <a:satMod val="120000"/>
              </a:schemeClr>
            </a:gs>
          </a:gsLst>
          <a:path path="circle">
            <a:fillToRect l="40000" t="60000" r="60000" b="4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Essential</Template>
  <TotalTime>2414</TotalTime>
  <Words>64</Words>
  <Application>Microsoft Office PowerPoint</Application>
  <PresentationFormat>On-screen Show (4:3)</PresentationFormat>
  <Paragraphs>10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Essential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50</cp:revision>
  <dcterms:created xsi:type="dcterms:W3CDTF">2026-01-12T09:38:17Z</dcterms:created>
  <dcterms:modified xsi:type="dcterms:W3CDTF">2026-04-10T06:50:36Z</dcterms:modified>
</cp:coreProperties>
</file>